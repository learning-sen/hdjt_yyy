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158" d="100"/>
          <a:sy n="158" d="100"/>
        </p:scale>
        <p:origin x="174" y="4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开场</a:t>
            </a:r>
            <a:r>
              <a:rPr dirty="0"/>
              <a:t> 15 </a:t>
            </a:r>
            <a:r>
              <a:rPr dirty="0" err="1"/>
              <a:t>秒：我们做的是把自然语言需求一路推到可交的电路尺寸。一句话给结果</a:t>
            </a:r>
            <a:r>
              <a:rPr dirty="0"/>
              <a:t>——</a:t>
            </a:r>
            <a:r>
              <a:rPr dirty="0" err="1"/>
              <a:t>平台自动分</a:t>
            </a:r>
            <a:r>
              <a:rPr dirty="0"/>
              <a:t> 84.96，四项硬约束在全部工艺角都满足。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四个模块按数据流串起来。这里强调一句：我们所有数字口径都以平台的 score.py 为准，因为 PDF 的评分表和平台实际给分并不完全一致，比如时间分上限。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架构上刻意做了切割：本地能做的绝不放到服务器上做。服务器是按小时排队用的资源，把网表分析、Spec 解析放在本地，迭代速度差好几倍。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为什么强调「智能体」：赛题原文就写了智能体。我们的实现是工具注册表加决策循环。关键取舍是数值不进模型，模型只选工具。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这页是模块一的得分点。赛题给的例句里其实没写 PM、GM、电流的具体数值，但评分表里这三项各占 10 分，不满足直接 0 分，所以我们把补齐底线写成了硬规则。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这页讲方法论。最容易犯的错是拿尺寸或型号判断对称，我们的做法是把电路当成图，用颜色细化找候选，再用全局校验兜底。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三个数字要分清：105 是回写面，47 是搜索空间，53 是约减后网表符号数。闭环校验是这页最有说服力的地方——证明我们只是改了变量名，没动连接。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建模这页的关键词是「对齐」。约束、目标、面积公式、变量边界，四样全部对齐评分器。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这页两个重点：一是算法配置为什么这么选，二是那个把所有人打成 0 分的环境问题。后者才是这次最有价值的发现。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模块四是工具链。设计原则是保守：宁可功能少一点，也不能把原始电路图改坏——只有一次提交机会。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全 PVT </a:t>
            </a:r>
            <a:r>
              <a:rPr dirty="0" err="1"/>
              <a:t>这一页要强调口径：最坏值才是结论，不是典型值。GM</a:t>
            </a:r>
            <a:r>
              <a:rPr dirty="0"/>
              <a:t> </a:t>
            </a:r>
            <a:r>
              <a:rPr dirty="0" err="1"/>
              <a:t>裕度最小，只有</a:t>
            </a:r>
            <a:r>
              <a:rPr dirty="0"/>
              <a:t> 0.84 dB。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左边是参数化后的图，尺寸都是变量名；右边是反标后的图，写的是具体数值。这一步让评委能直接打开图看到最终尺寸。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性能这页给三个数：6951 秒、204 次评估、556 MB。失败率高是预期内的，代价换覆盖。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这页讲我们和其他队伍可能的差别。核心是工程严谨性，不是算法花哨。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收尾：一句话总结成果，再给三条后续——都是我们清楚知道还没做完的部分。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“中国电子杯”第三届高校 ICT 产教融合创新大赛 · 赛题二</a:t>
            </a:r>
            <a:endParaRPr sz="16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模拟电路 AI 智能化设计</a:t>
            </a:r>
            <a:endParaRPr sz="4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0">
                <a:solidFill>
                  <a:srgbClr val="DDE6F2"/>
                </a:solidFill>
                <a:latin typeface="微软雅黑" panose="020B0503020204020204" charset="-122"/>
                <a:ea typeface="微软雅黑" panose="020B0503020204020204" charset="-122"/>
              </a:rPr>
              <a:t>从自然语言 Spec 到全 PVT 验证的端到端智能设计系统</a:t>
            </a:r>
            <a:endParaRPr sz="2100" b="0">
              <a:solidFill>
                <a:srgbClr val="DDE6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68680" y="4224528"/>
            <a:ext cx="2011680" cy="54864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10789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四项硬约束全</a:t>
            </a:r>
            <a:r>
              <a:rPr sz="1600" b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PVT </a:t>
            </a:r>
            <a:r>
              <a:rPr sz="1600" b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通过</a:t>
            </a:r>
            <a:endParaRPr sz="1600" b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sz="1600" b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105 → 47 </a:t>
            </a:r>
            <a:r>
              <a:rPr sz="1600" b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参数约减</a:t>
            </a:r>
            <a:r>
              <a:rPr sz="1600" b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｜ 9 </a:t>
            </a:r>
            <a:r>
              <a:rPr sz="1600" b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个工艺角验证</a:t>
            </a:r>
            <a:r>
              <a:rPr sz="1600" b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｜ </a:t>
            </a:r>
            <a:r>
              <a:rPr sz="1600" b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单人运行</a:t>
            </a:r>
            <a:r>
              <a:rPr sz="1600" b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6951 秒</a:t>
            </a:r>
            <a:endParaRPr sz="1600" b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58978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9DB4D0"/>
                </a:solidFill>
                <a:latin typeface="微软雅黑" panose="020B0503020204020204" charset="-122"/>
                <a:ea typeface="微软雅黑" panose="020B0503020204020204" charset="-122"/>
              </a:rPr>
              <a:t>2026-10-19</a:t>
            </a:r>
            <a:endParaRPr sz="1300" b="0">
              <a:solidFill>
                <a:srgbClr val="9DB4D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607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赛题要求与我们的拆解</a:t>
            </a:r>
            <a:endParaRPr sz="2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95360" y="2743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01 背景</a:t>
            </a:r>
            <a:endParaRPr sz="12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模拟电路 AI 智能化设计 · 赛题二</a:t>
            </a:r>
            <a:endParaRPr sz="9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9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79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4709"/>
                <a:gridCol w="2654709"/>
                <a:gridCol w="3716593"/>
                <a:gridCol w="1946787"/>
              </a:tblGrid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模块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输入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输出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运行位置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　Spec 解析</a:t>
                      </a:r>
                      <a:endParaRPr sz="14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自然语言需求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结构化 JSON Spec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本地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二　拓扑识别与约减</a:t>
                      </a:r>
                      <a:endParaRPr sz="14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电路网表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变量清单 + 约减后网表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本地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三　多目标尺寸优化</a:t>
                      </a:r>
                      <a:endParaRPr sz="14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变量清单 + MDE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最优尺寸 + 优化日志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九天服务器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四　PyAether 自动化</a:t>
                      </a:r>
                      <a:endParaRPr sz="14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电路图 + MDE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参数化/仿真/反标/PVT 报告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九天服务器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3977639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• 评分构成：通用提交报告 20 分 + 客观性能 70 分 + PyAether 问卷 10 分</a:t>
            </a:r>
            <a:endParaRPr sz="15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• 客观性能里：Spec 解析与约减 20 分、约束满足 30 分、多目标优化 40 分、总运行时间 10 分</a:t>
            </a:r>
            <a:endParaRPr sz="15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• 我们读到的关键事实：评分器 score.py 才是唯一真相来源，赛题 PDF 只是意图说明</a:t>
            </a:r>
            <a:endParaRPr sz="15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607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总体架构：两层，靠纯文本文件交接</a:t>
            </a:r>
            <a:endParaRPr sz="2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95360" y="2743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02 架构</a:t>
            </a:r>
            <a:endParaRPr sz="12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模拟电路 AI 智能化设计 · 赛题二</a:t>
            </a:r>
            <a:endParaRPr sz="9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9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798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0036"/>
                <a:gridCol w="2992581"/>
                <a:gridCol w="4156363"/>
                <a:gridCol w="2493818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层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依赖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职责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产物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本地层</a:t>
                      </a:r>
                      <a:endParaRPr sz="14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Python + 大模型 API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自然语言理解、网表静态分析、参数约减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JSON / CSV / netlist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服务器层</a:t>
                      </a:r>
                      <a:endParaRPr sz="14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PyAether + Aether + MDE + ALPS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真实电路操作、SPICE 仿真、反标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最优尺寸 / PVT 指标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324612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• 两层之间只传文本（JSON / CSV / netlist / txt），不传二进制、不共享内存——任一层都能单独复现</a:t>
            </a:r>
            <a:endParaRPr sz="16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• 本地层没有服务器也能跑完模块一、二；服务器层只负责「真的在跑电路」的那部分</a:t>
            </a:r>
            <a:endParaRPr sz="16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• 好处：调试时不必反复上服务器，且失败能定位到具体一层</a:t>
            </a:r>
            <a:endParaRPr sz="16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607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模块一：会调工具的智能体，而不是「调一次模型」</a:t>
            </a:r>
            <a:endParaRPr sz="2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95360" y="2743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03 模块一</a:t>
            </a:r>
            <a:endParaRPr sz="12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模拟电路 AI 智能化设计 · 赛题二</a:t>
            </a:r>
            <a:endParaRPr sz="9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9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799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79"/>
                <a:gridCol w="3657600"/>
                <a:gridCol w="6675120"/>
              </a:tblGrid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#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工具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职责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sz="13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parse_requirement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确定性解析需求文本，给基线指标（不让模型编数字）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sz="13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normalize_metric_unit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口语化指标名与单位归一化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sz="13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validate_spec_schema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校验硬约束/优化目标/单位/优先级四要素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sz="13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check_grading_gates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核对 PM≥50°、GM≤−10 dB、I_OPA≤3 mA、Gain≥40 dB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sz="13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lookup_device_bounds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给出器件取值范围，传给模块三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sz="13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emit_structured_spec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产出最终 Spec 并结束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47091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• 模型只做「选择与判断」，数值一律由确定性代码给出——避免单位换算类幻觉</a:t>
            </a:r>
            <a:endParaRPr sz="15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• 模型不可用时退化为规则解析器，仍输出同结构 JSON，并在日志标为 rule_fallback</a:t>
            </a:r>
            <a:endParaRPr sz="15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607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模块一：输出四要素齐全，直接对应那 10 分</a:t>
            </a:r>
            <a:endParaRPr sz="2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95360" y="2743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03 模块一</a:t>
            </a:r>
            <a:endParaRPr sz="12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模拟电路 AI 智能化设计 · 赛题二</a:t>
            </a:r>
            <a:endParaRPr sz="9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9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798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120639"/>
                <a:gridCol w="3474719"/>
              </a:tblGrid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字段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内容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满足评分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design_type</a:t>
                      </a:r>
                      <a:endParaRPr sz="13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fully_differential_opamp_with_cmfb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✅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constraints</a:t>
                      </a:r>
                      <a:endParaRPr sz="13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DC_Gain≥40dB；PM≥50°；GM≤−10dB；I_OPA≤3mA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✅ 每项含 name/op/value/unit/type/priority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objectives</a:t>
                      </a:r>
                      <a:endParaRPr sz="13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Power↓；DC_Gain↑；UGB↑；Area↓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✅ 每项含 name/direction/unit/priority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pvt / worst_case</a:t>
                      </a:r>
                      <a:endParaRPr sz="13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all_corners / true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✅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94360" y="5623560"/>
            <a:ext cx="10972800" cy="566928"/>
          </a:xfrm>
          <a:prstGeom prst="roundRect">
            <a:avLst/>
          </a:prstGeom>
          <a:solidFill>
            <a:srgbClr val="FFF4E8"/>
          </a:solidFill>
          <a:ln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评分口径：缺一类信息扣 1 分；输入里没写 PM/GM/I_OPA 也要按评分底线补进 constraints</a:t>
            </a:r>
            <a:endParaRPr sz="13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 descr="屏幕截图 2026-10-19 2210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9705" y="4192905"/>
            <a:ext cx="9010650" cy="901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607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模块二：先用图论把「结构」识别对</a:t>
            </a:r>
            <a:endParaRPr sz="2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95360" y="2743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04 模块二</a:t>
            </a:r>
            <a:endParaRPr sz="12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模拟电路 AI 智能化设计 · 赛题二</a:t>
            </a:r>
            <a:endParaRPr sz="9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9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754880"/>
                <a:gridCol w="4389120"/>
              </a:tblGrid>
              <a:tr h="53035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步骤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方法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为什么这么做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找对称</a:t>
                      </a:r>
                      <a:endParaRPr sz="13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Weisfeiler-Lehman 颜色细化求候选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参数化后尺寸都是变量名，「比尺寸」永远不相等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全局校验</a:t>
                      </a:r>
                      <a:endParaRPr sz="13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重建置换 σ，检查每个器件都有镜像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同色只代表「可能」对称，必须逐器件验证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找匹配</a:t>
                      </a:r>
                      <a:endParaRPr sz="13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差分对作种子，沿两臂对应找同类器件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对称是图论性质，匹配是工艺性质，不能混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补家族</a:t>
                      </a:r>
                      <a:endParaRPr sz="13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共源共栅偏置家族（同栅不同源）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原判据「同栅同源」会把这族拆散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94360" y="4526280"/>
            <a:ext cx="10972800" cy="566928"/>
          </a:xfrm>
          <a:prstGeom prst="roundRect">
            <a:avLst/>
          </a:prstGeom>
          <a:solidFill>
            <a:srgbClr val="FFF4E8"/>
          </a:solidFill>
          <a:ln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核心认知：对称（可互换）≠ 匹配（版图要一致但电路不等价）</a:t>
            </a:r>
            <a:endParaRPr sz="13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5257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• 初版把 CMFB 差分对当对称种子，导致 8 个器件找不到镜像对象，而冲突检测还报「无冲突」</a:t>
            </a:r>
            <a:endParaRPr sz="14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607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模块二：105 → 47，且证明没改坏电路</a:t>
            </a:r>
            <a:endParaRPr sz="2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95360" y="2743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04 模块二</a:t>
            </a:r>
            <a:endParaRPr sz="12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模拟电路 AI 智能化设计 · 赛题二</a:t>
            </a:r>
            <a:endParaRPr sz="9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sz="9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4239260" cy="5058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1420"/>
                <a:gridCol w="3037840"/>
              </a:tblGrid>
              <a:tr h="56578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指标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结果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识别覆盖率</a:t>
                      </a:r>
                      <a:endParaRPr sz="14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59 / 59 个器件，无遗漏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1156335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功能模块</a:t>
                      </a:r>
                      <a:endParaRPr sz="14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 个（4 电流镜 + 1 共源共栅家族 + 2 差分对 + 输出级 + CMFB + Dummy + 2 匹配）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9785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对称 / 匹配 / Dummy</a:t>
                      </a:r>
                      <a:endParaRPr sz="14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22 对 / 4 对 / 4 个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变量约减</a:t>
                      </a:r>
                      <a:endParaRPr sz="14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105 → 47，约减 55.2%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闭环校验</a:t>
                      </a:r>
                      <a:endParaRPr sz="14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59 → 59 器件，端子连接逐条一致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819785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符号账目</a:t>
                      </a:r>
                      <a:endParaRPr sz="14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105 = 47 自由变量（覆盖 99 符号）+ 6 Dummy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图片 8" descr="屏幕截图 2026-10-19 2212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2720" y="1080135"/>
            <a:ext cx="6661785" cy="51346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607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模块三：把 Spec 变成可算的优化问题</a:t>
            </a:r>
            <a:endParaRPr sz="2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95360" y="2743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05 模块三</a:t>
            </a:r>
            <a:endParaRPr sz="12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模拟电路 AI 智能化设计 · 赛题二</a:t>
            </a:r>
            <a:endParaRPr sz="9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sz="9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70432"/>
          <a:ext cx="10972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  <a:gridCol w="457200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类别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项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表达式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硬约束</a:t>
                      </a:r>
                      <a:endParaRPr sz="13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相位裕度 / 增益裕度 / 工作电流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PM≥50°；GM≤−10dB；I_OPA≤3mA（全 PVT）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硬约束</a:t>
                      </a:r>
                      <a:endParaRPr sz="13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直流增益门槛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DC Gain ≥ 40 dB（低于即该项 0 分）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优化目标</a:t>
                      </a:r>
                      <a:endParaRPr sz="13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增益 / 带宽 / 面积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Gain↑、UGB↑、Area↓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342900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• 面积口径与评分器一致：MOS = fw·L·m·1.5，电容 = W·L，电阻 = segW·segL·segments·2</a:t>
            </a:r>
            <a:endParaRPr sz="15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• 变量边界按参数名逐一对齐 score.py 的 clamp，而不是「所有连续参数统一 0.13~20」</a:t>
            </a:r>
            <a:endParaRPr sz="15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• 边界没对齐的后果：优化器在非法区间搜到的点会被评分器夹住，等于白跑仿真</a:t>
            </a:r>
            <a:endParaRPr sz="15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607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模块三：差分进化 + 三条保命设计</a:t>
            </a:r>
            <a:endParaRPr sz="2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95360" y="2743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05 模块三</a:t>
            </a:r>
            <a:endParaRPr sz="12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模拟电路 AI 智能化设计 · 赛题二</a:t>
            </a:r>
            <a:endParaRPr sz="9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sz="9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70432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754880"/>
                <a:gridCol w="4023360"/>
              </a:tblGrid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配置项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取值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理由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算法</a:t>
                      </a:r>
                      <a:endParaRPr sz="13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差分进化 DE，strategy=best1bin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混合整数、目标函数含大量失败点，梯度法不适用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种群 / 代数</a:t>
                      </a:r>
                      <a:endParaRPr sz="13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 / 实际 10 代（预算优先）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单次仿真约 34 秒，种群过大吃光预算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初值</a:t>
                      </a:r>
                      <a:endParaRPr sz="13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围绕初始解 ±50% 扰动，每次只动 35% 参数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全空间随机会把面积打到 1e5~1e6，AC 出不来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预算</a:t>
                      </a:r>
                      <a:endParaRPr sz="13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6900 秒（7200 − 300）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时间分在 7200 秒封顶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94360" y="3931920"/>
            <a:ext cx="10972800" cy="566928"/>
          </a:xfrm>
          <a:prstGeom prst="roundRect">
            <a:avLst/>
          </a:prstGeom>
          <a:solidFill>
            <a:srgbClr val="FFF4E8"/>
          </a:solidFill>
          <a:ln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P0-8：MDE 配置写死旧机绝对路径 → 仿真必失败 → 最优解写不出 → score.py 七项全 0</a:t>
            </a:r>
            <a:endParaRPr sz="13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48006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• 这不是算法问题，而是环境问题：官方参考包就是这样 14 秒退出、拿到 0 分</a:t>
            </a:r>
            <a:endParaRPr sz="14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• 另有 P0-9：仿真失败按「最差解」处理，单点失败只赔一次评估，不赔整轮</a:t>
            </a:r>
            <a:endParaRPr sz="14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607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模块四：赛题</a:t>
            </a:r>
            <a:r>
              <a:rPr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5 </a:t>
            </a:r>
            <a:r>
              <a:rPr sz="2600" b="1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个子项，一一落位</a:t>
            </a:r>
            <a:endParaRPr sz="2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95360" y="2743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06 模块四</a:t>
            </a:r>
            <a:endParaRPr sz="12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模拟电路 AI 智能化设计 · 赛题二</a:t>
            </a:r>
            <a:endParaRPr sz="9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sz="9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70432"/>
          <a:ext cx="1097279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39"/>
                <a:gridCol w="4232365"/>
                <a:gridCol w="2664822"/>
                <a:gridCol w="3526971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#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赛题子项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实现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产物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sz="13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器件尺寸转为待优化变量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param_extract.py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105 变量 + 元数据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sz="13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读取器件连接关系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netlist_export.py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网表 + 连接表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sz="13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调用 MDE 仿真并提取指标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sim_engine.py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六项指标 + 波形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sz="13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最优尺寸回写电路图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writeback.py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schematic_var_best + 读回校验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sz="13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高集成自动优化接口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run_auto.sh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输入尺寸 → 输出性能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4114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• 五个脚本共用 m4_common.py 一套口径（边界/单位/schema/旧路径修复），避免各写一份而走样</a:t>
            </a:r>
            <a:endParaRPr sz="15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• 反标默认不动原图：目标视图不存在先尝试拷贝，无拷贝接口就中止，只有 --in_place 才改原图</a:t>
            </a:r>
            <a:endParaRPr sz="15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• 所有脚本支持 --mock，评审在没有 license 的机器上也能复核</a:t>
            </a:r>
            <a:endParaRPr sz="15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607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全 PVT 验证：9 个工艺角全部达标</a:t>
            </a:r>
            <a:endParaRPr sz="2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95360" y="2743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07 验证</a:t>
            </a:r>
            <a:endParaRPr sz="12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模拟电路 AI 智能化设计 · 赛题二</a:t>
            </a:r>
            <a:endParaRPr sz="9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sz="9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70432"/>
          <a:ext cx="1097279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8229"/>
                <a:gridCol w="3957403"/>
                <a:gridCol w="2878111"/>
                <a:gridCol w="1439055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 dirty="0" err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指标</a:t>
                      </a:r>
                      <a:endParaRPr sz="13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最坏值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门限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判定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DC Gain</a:t>
                      </a:r>
                      <a:endParaRPr sz="14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45.85 dB（Min）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≥ 40 dB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✅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Phase Margin</a:t>
                      </a:r>
                      <a:endParaRPr sz="14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61.20°（Min）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≥ 50°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✅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Gain Margin</a:t>
                      </a:r>
                      <a:endParaRPr sz="14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−10.84 </a:t>
                      </a:r>
                      <a:r>
                        <a:rPr sz="1400" b="0" dirty="0" err="1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dB（Max</a:t>
                      </a:r>
                      <a:r>
                        <a:rPr sz="1400" b="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sz="1400" b="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≤ −10 dB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✅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I_OPA</a:t>
                      </a:r>
                      <a:endParaRPr sz="14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0.839 mA（Max）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≤ 3 mA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✅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UGB / Area</a:t>
                      </a:r>
                      <a:endParaRPr sz="14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13.84 MHz / 8361 µm²</a:t>
                      </a:r>
                      <a:endParaRPr sz="1400" b="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排名项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416052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sz="15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覆盖：TT</a:t>
            </a:r>
            <a:r>
              <a:rPr sz="15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/FF/SS × 1.62/1.8/1.98 V × −40/27/125 ℃，共 9 角</a:t>
            </a:r>
            <a:endParaRPr sz="1500" b="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15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sz="15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口径与</a:t>
            </a:r>
            <a:r>
              <a:rPr sz="15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score.py </a:t>
            </a:r>
            <a:r>
              <a:rPr sz="15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一致：PM</a:t>
            </a:r>
            <a:r>
              <a:rPr sz="15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/Gain/UGB 取 </a:t>
            </a:r>
            <a:r>
              <a:rPr sz="15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Min，GM</a:t>
            </a:r>
            <a:r>
              <a:rPr sz="15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/I_OPA 取 Max</a:t>
            </a:r>
            <a:endParaRPr sz="1500" b="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15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sz="15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裕度最小的是</a:t>
            </a:r>
            <a:r>
              <a:rPr sz="15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 GM（0.84 dB），</a:t>
            </a:r>
            <a:r>
              <a:rPr sz="15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是最需要关注的指标</a:t>
            </a:r>
            <a:endParaRPr sz="1500" b="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607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电路图：参数化视图与反标视图</a:t>
            </a:r>
            <a:endParaRPr sz="2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95360" y="2743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08 结果</a:t>
            </a:r>
            <a:endParaRPr sz="12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模拟电路 AI 智能化设计 · 赛题二</a:t>
            </a:r>
            <a:endParaRPr sz="9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endParaRPr sz="9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Picture 6" descr="01_schematic_parameteriz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5394960" cy="32133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34924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参数化视图（尺寸为变量）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Picture 8" descr="02_schematic_var_b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325880"/>
            <a:ext cx="5394960" cy="320325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2200" y="534924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反标视图（尺寸已写回数值）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截图来自流程演示运行；最终尺寸见 2026_EDA_case1_best_params.txt（105 行）</a:t>
            </a:r>
            <a:endParaRPr sz="11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607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算法性能与代码质量</a:t>
            </a:r>
            <a:endParaRPr sz="2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95360" y="2743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09 工程</a:t>
            </a:r>
            <a:endParaRPr sz="12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模拟电路 AI 智能化设计 · 赛题二</a:t>
            </a:r>
            <a:endParaRPr sz="9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14</a:t>
            </a:r>
            <a:endParaRPr sz="9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76656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指标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数值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总运行时间</a:t>
                      </a:r>
                      <a:endParaRPr sz="14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6941.5 s（外壳计时 6951 s）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目标函数评估次数</a:t>
                      </a:r>
                      <a:endParaRPr sz="14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204 次，单次约 34 s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达到增益门槛的点</a:t>
                      </a:r>
                      <a:endParaRPr sz="14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39 个（Gain ≥ 41 dB）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仿真失败点</a:t>
                      </a:r>
                      <a:endParaRPr sz="14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95 个（46.6%，激进扰动的代价）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内存峰值</a:t>
                      </a:r>
                      <a:endParaRPr sz="14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556 MB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本地自检</a:t>
                      </a:r>
                      <a:endParaRPr sz="14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模块三 8 项断言；模块四 60 项检查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46634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• 46.6% 的失败率听起来高，但它换来的是搜索空间的真实覆盖；失败点按「最差解」处理，不中断优化</a:t>
            </a:r>
            <a:endParaRPr sz="15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• 所有自检都能在没有 license 的机器上跑，便于评审复现</a:t>
            </a:r>
            <a:endParaRPr sz="15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607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为什么这套方案能拿分</a:t>
            </a:r>
            <a:endParaRPr sz="2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95360" y="2743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10 总结</a:t>
            </a:r>
            <a:endParaRPr sz="12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模拟电路 AI 智能化设计 · 赛题二</a:t>
            </a:r>
            <a:endParaRPr sz="9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15</a:t>
            </a:r>
            <a:endParaRPr sz="9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• 工具优先的智能体：数值交给确定性代码，判断交给模型，并用 source 字段区分 llm 与规则兜底</a:t>
            </a:r>
            <a:endParaRPr sz="18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• 把评分器当规格书：以 score.py 为唯一真相来源，反推预算、边界、回写 schema</a:t>
            </a:r>
            <a:endParaRPr sz="18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• 对称与匹配分离：图论性质与工艺性质分开建模，避免错误合并导致的性能悬崖</a:t>
            </a:r>
            <a:endParaRPr sz="18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• 面向隐藏电路的可降级设计：分组可过滤、可关闭，最坏是「变慢」而不是「跑废」</a:t>
            </a:r>
            <a:endParaRPr sz="18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• 闭环校验 + 三条回写断言：把「静默失效」变成「跑不起来」</a:t>
            </a:r>
            <a:endParaRPr sz="18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4360" y="5623560"/>
            <a:ext cx="10972800" cy="566928"/>
          </a:xfrm>
          <a:prstGeom prst="roundRect">
            <a:avLst/>
          </a:prstGeom>
          <a:solidFill>
            <a:srgbClr val="FFF4E8"/>
          </a:solidFill>
          <a:ln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</a:rPr>
              <a:t>一句话：真正拉开差距的不是算法，而是「把不体面的事做对」——边界、写出、不崩</a:t>
            </a:r>
            <a:endParaRPr sz="13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06070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结论与后续工作</a:t>
            </a:r>
            <a:endParaRPr sz="2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95360" y="2743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11 结论</a:t>
            </a:r>
            <a:endParaRPr sz="12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模拟电路 AI 智能化设计 · 赛题二</a:t>
            </a:r>
            <a:endParaRPr sz="9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97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endParaRPr sz="900" b="0">
              <a:solidFill>
                <a:srgbClr val="8C8C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70432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22960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项</a:t>
                      </a:r>
                      <a:endParaRPr sz="13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结果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全 PVT</a:t>
                      </a:r>
                      <a:endParaRPr sz="1400" b="1" dirty="0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 </a:t>
                      </a:r>
                      <a:r>
                        <a:rPr sz="1400" b="0" dirty="0" err="1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角全部满足四项硬约束</a:t>
                      </a:r>
                      <a:endParaRPr sz="1400" b="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参数约减</a:t>
                      </a:r>
                      <a:endParaRPr sz="14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105 → 47（55.2%），闭环校验通过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386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端到端</a:t>
                      </a:r>
                      <a:endParaRPr sz="1400" b="1">
                        <a:solidFill>
                          <a:srgbClr val="1F386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自然语言 → Spec → 识别 → 优化 → PVT → 反标，全程可复现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37947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• 后续一：统一模块二 47 维与模块三 63 维的分组口径</a:t>
            </a:r>
            <a:endParaRPr sz="15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• 后续二：以最优尺寸重采波形与反标截图</a:t>
            </a:r>
            <a:endParaRPr sz="15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• 后续三：补「尺寸 → 变量」的写入能力，并做隐藏电路端到端回归</a:t>
            </a:r>
            <a:endParaRPr sz="15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4301</Words>
  <Application>WPS 演示</Application>
  <PresentationFormat>宽屏</PresentationFormat>
  <Paragraphs>566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贾俊贤</cp:lastModifiedBy>
  <cp:revision>4</cp:revision>
  <dcterms:created xsi:type="dcterms:W3CDTF">2013-01-27T09:14:00Z</dcterms:created>
  <dcterms:modified xsi:type="dcterms:W3CDTF">2026-10-19T14:13:51Z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0F84C325854F49718086DDFF3CA3F020_12</vt:lpwstr>
  </property>
  <property fmtid="{D5CDD505-2E9C-101B-9397-08002B2CF9AE}" pid="3" name="KSOProductBuildVer">
    <vt:lpwstr>2052-12.1.0.28505</vt:lpwstr>
  </property>
</Properties>
</file>